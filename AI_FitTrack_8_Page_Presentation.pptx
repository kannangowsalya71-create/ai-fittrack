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594360"/>
            <a:ext cx="1325880" cy="1325880"/>
          </a:xfrm>
          <a:prstGeom prst="ellipse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1417320"/>
            <a:ext cx="594360" cy="594360"/>
          </a:xfrm>
          <a:prstGeom prst="ellipse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5212080"/>
            <a:ext cx="2011680" cy="2011680"/>
          </a:xfrm>
          <a:prstGeom prst="ellipse">
            <a:avLst/>
          </a:prstGeom>
          <a:solidFill>
            <a:srgbClr val="18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8778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AI FitTrack</a:t>
            </a:r>
          </a:p>
          <a:p>
            <a:pPr>
              <a:defRPr sz="2400">
                <a:solidFill>
                  <a:srgbClr val="4BCDDC"/>
                </a:solidFill>
                <a:latin typeface="Aptos"/>
              </a:defRPr>
            </a:pPr>
            <a:r>
              <a:t>Personalized Fitness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7955279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Secure • Scalable • AI-Powered RESTful Backend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Built with Node.js • Express.js • MongoDB • Mongoose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Powered by Google Gemini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6492240" cy="1417320"/>
          </a:xfrm>
          <a:prstGeom prst="roundRect">
            <a:avLst/>
          </a:prstGeom>
          <a:solidFill>
            <a:srgbClr val="1B2D46"/>
          </a:solidFill>
          <a:ln>
            <a:solidFill>
              <a:srgbClr val="344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46304"/>
          <a:lstStyle/>
          <a:p>
            <a:pPr algn="ctr">
              <a:spcAft>
                <a:spcPts val="4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Team ID : SWTID-2026-1960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Team Size : 4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Team Leader : GOWSALYA K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Team Members : HARINI B  •  HEMA T  •  JANANI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 Display"/>
              </a:defRPr>
            </a:pPr>
            <a:r>
              <a:t>Project Overview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CAA9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</a:defRPr>
            </a:pPr>
            <a:r>
              <a:t>AI FitTrack • Personalized Fitness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874519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937759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Fitness enthusiasts often maintain workout records manually, making it difficult to organize history, monitor progress, and choose workouts that match their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73152" cy="1874519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4937759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AI FitTrack provides a centralized RESTful backend for secure authentication, workout CRUD, searching, AI recommendations, and personalized fitness insights.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73152" cy="2148840"/>
          </a:xfrm>
          <a:prstGeom prst="rect">
            <a:avLst/>
          </a:prstGeom>
          <a:solidFill>
            <a:srgbClr val="4A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9359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Key Problems Addressed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• Scattered or inaccurate workout history</a:t>
            </a:r>
            <a:br/>
            <a:r>
              <a:t>• No personalized workout guidance</a:t>
            </a:r>
            <a:br/>
            <a:r>
              <a:t>• Manual tracking of duration and calories</a:t>
            </a:r>
            <a:br/>
            <a:r>
              <a:t>• Limited performance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73152" cy="214884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9359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A secure, modular and scalable backend that combines reliable workout tracking with Google Gemini-powered fitness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 Display"/>
              </a:defRPr>
            </a:pPr>
            <a:r>
              <a:t>System Architecture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CAA9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</a:defRPr>
            </a:pPr>
            <a:r>
              <a:t>AI FitTrack • Personalized Fitness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234440"/>
            <a:ext cx="73152" cy="749808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9903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241280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React / Mobile App / Postman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577840" y="1984248"/>
            <a:ext cx="502920" cy="292608"/>
          </a:xfrm>
          <a:prstGeom prst="downArrow">
            <a:avLst/>
          </a:prstGeom>
          <a:solidFill>
            <a:srgbClr val="69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73152" cy="74980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231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52928"/>
            <a:ext cx="10241280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Express.js Server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577840" y="3008376"/>
            <a:ext cx="502920" cy="292608"/>
          </a:xfrm>
          <a:prstGeom prst="downArrow">
            <a:avLst/>
          </a:prstGeom>
          <a:solidFill>
            <a:srgbClr val="69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282696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82696"/>
            <a:ext cx="73152" cy="749808"/>
          </a:xfrm>
          <a:prstGeom prst="rect">
            <a:avLst/>
          </a:prstGeom>
          <a:solidFill>
            <a:srgbClr val="4A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472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77056"/>
            <a:ext cx="10241280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JWT Authentication Middleware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577840" y="4032504"/>
            <a:ext cx="502920" cy="292608"/>
          </a:xfrm>
          <a:prstGeom prst="downArrow">
            <a:avLst/>
          </a:prstGeom>
          <a:solidFill>
            <a:srgbClr val="69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06824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306824"/>
            <a:ext cx="73152" cy="749808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7141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01184"/>
            <a:ext cx="10241280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Controllers + Services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577840" y="5056632"/>
            <a:ext cx="502920" cy="292608"/>
          </a:xfrm>
          <a:prstGeom prst="downArrow">
            <a:avLst/>
          </a:prstGeom>
          <a:solidFill>
            <a:srgbClr val="69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330952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30952"/>
            <a:ext cx="73152" cy="74980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49554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Data &amp;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25312"/>
            <a:ext cx="10241280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MongoDB + Mongoose  |  Google Gemini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11F36"/>
                </a:solidFill>
              </a:defRPr>
            </a:pPr>
            <a:r>
              <a:t>Node.js  •  Express.js  •  MongoDB  •  Mongoose  •  JWT  •  bcrypt.js  •  Google Gemini AI  •  Postman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 Display"/>
              </a:defRPr>
            </a:pPr>
            <a:r>
              <a:t>Core Modules &amp;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CAA9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</a:defRPr>
            </a:pPr>
            <a:r>
              <a:t>AI FitTrack • Personalized Fitness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201168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Authentication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• Registration and secure login</a:t>
            </a:r>
            <a:br/>
            <a:r>
              <a:t>• bcrypt.js password hashing</a:t>
            </a:r>
            <a:br/>
            <a:r>
              <a:t>• JWT token generation</a:t>
            </a:r>
            <a:br/>
            <a:r>
              <a:t>• Protected APIs through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201168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Workout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• Add, view, update and delete workouts</a:t>
            </a:r>
            <a:br/>
            <a:r>
              <a:t>• Search by name, category or date</a:t>
            </a:r>
            <a:br/>
            <a:r>
              <a:t>• Every workout is linked to its authenticated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2011680"/>
          </a:xfrm>
          <a:prstGeom prst="rect">
            <a:avLst/>
          </a:prstGeom>
          <a:solidFill>
            <a:srgbClr val="4A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AI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• Personalized workout recommendations</a:t>
            </a:r>
            <a:br/>
            <a:r>
              <a:t>• Weekly exercise suggestions</a:t>
            </a:r>
            <a:br/>
            <a:r>
              <a:t>• Fitness insights from workout statistics</a:t>
            </a:r>
            <a:br/>
            <a:r>
              <a:t>• Safety and motivational guidance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977639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977639"/>
            <a:ext cx="73152" cy="132588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14223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72000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_id • name • email • password</a:t>
            </a:r>
            <a:br/>
            <a:r>
              <a:t>createdAt • updatedAt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977639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3977639"/>
            <a:ext cx="73152" cy="132588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14223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Workout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572000"/>
            <a:ext cx="2880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_id • user • workoutName • category</a:t>
            </a:r>
            <a:br/>
            <a:r>
              <a:t>duration • caloriesBurned • workoutDate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34840" y="4645152"/>
            <a:ext cx="3291839" cy="0"/>
          </a:xfrm>
          <a:prstGeom prst="line">
            <a:avLst/>
          </a:prstGeom>
          <a:ln w="25400">
            <a:solidFill>
              <a:srgbClr val="69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74920" y="4315968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11F36"/>
                </a:solidFill>
              </a:defRPr>
            </a:pPr>
            <a:r>
              <a:t>1  →  Many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 Display"/>
              </a:defRPr>
            </a:pPr>
            <a:r>
              <a:t>Project Setup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CAA9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</a:defRPr>
            </a:pPr>
            <a:r>
              <a:t>AI FitTrack • Personalized Fitness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41732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1. Create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AI-FitTrack-API</a:t>
            </a:r>
            <a:br/>
            <a:r>
              <a:t>Open the project in Visual Studio Code and create the server folder.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141732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2. Initialize 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npm init -y</a:t>
            </a:r>
            <a:br/>
            <a:r>
              <a:t>Creates package.json for project metadata and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4A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3. Install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npm install express mongoose dotenv bcryptjs jsonwebtoken cors</a:t>
            </a:r>
            <a:br/>
            <a:r>
              <a:t>npm install --save-dev nodemon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54680"/>
            <a:ext cx="10927080" cy="2240280"/>
          </a:xfrm>
          <a:prstGeom prst="round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01568"/>
            <a:ext cx="10332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.env configuration</a:t>
            </a:r>
          </a:p>
          <a:p>
            <a:pPr>
              <a:spcAft>
                <a:spcPts val="500"/>
              </a:spcAft>
              <a:defRPr sz="1250" b="0">
                <a:solidFill>
                  <a:srgbClr val="FFFFFF"/>
                </a:solidFill>
                <a:latin typeface="Consolas"/>
              </a:defRPr>
            </a:pPr>
            <a:r>
              <a:t>PORT=5000</a:t>
            </a:r>
          </a:p>
          <a:p>
            <a:pPr>
              <a:spcAft>
                <a:spcPts val="500"/>
              </a:spcAft>
              <a:defRPr sz="1250" b="0">
                <a:solidFill>
                  <a:srgbClr val="FFFFFF"/>
                </a:solidFill>
                <a:latin typeface="Consolas"/>
              </a:defRPr>
            </a:pPr>
            <a:r>
              <a:t>MONGO_URI=mongodb://localhost:27017/aifittrack</a:t>
            </a:r>
          </a:p>
          <a:p>
            <a:pPr>
              <a:spcAft>
                <a:spcPts val="500"/>
              </a:spcAft>
              <a:defRPr sz="1250" b="0">
                <a:solidFill>
                  <a:srgbClr val="FFFFFF"/>
                </a:solidFill>
                <a:latin typeface="Consolas"/>
              </a:defRPr>
            </a:pPr>
            <a:r>
              <a:t>JWT_SECRET=your_secret_key</a:t>
            </a:r>
          </a:p>
          <a:p>
            <a:pPr>
              <a:spcAft>
                <a:spcPts val="500"/>
              </a:spcAft>
              <a:defRPr sz="1250" b="0">
                <a:solidFill>
                  <a:srgbClr val="FFFFFF"/>
                </a:solidFill>
                <a:latin typeface="Consolas"/>
              </a:defRPr>
            </a:pPr>
            <a:r>
              <a:t>GEMINI_API_KEY=your_google_gemini_api_key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32D3A"/>
                </a:solidFill>
              </a:defRPr>
            </a:pPr>
            <a:r>
              <a:t>Environment variables keep database credentials, JWT secrets and AI keys outside the source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 Display"/>
              </a:defRPr>
            </a:pPr>
            <a:r>
              <a:t>API Testing with Postman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CAA9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</a:defRPr>
            </a:pPr>
            <a:r>
              <a:t>AI FitTrack • Personalized Fitness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43484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Testing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32461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1. Authentication APIs</a:t>
            </a:r>
            <a:br/>
            <a:r>
              <a:t>2. Workout APIs</a:t>
            </a:r>
            <a:br/>
            <a:r>
              <a:t>3. AI APIs</a:t>
            </a:r>
            <a:br/>
            <a:br/>
            <a:r>
              <a:t>Each endpoint is checked for request handling, authorization, validation, database operations and expected JSON responses.</a:t>
            </a:r>
          </a:p>
        </p:txBody>
      </p:sp>
      <p:pic>
        <p:nvPicPr>
          <p:cNvPr id="11" name="Picture 10" descr="file_00000000f9cc8211a78e9f7bdff42d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815" y="1170432"/>
            <a:ext cx="959048" cy="2057400"/>
          </a:xfrm>
          <a:prstGeom prst="rect">
            <a:avLst/>
          </a:prstGeom>
        </p:spPr>
      </p:pic>
      <p:pic>
        <p:nvPicPr>
          <p:cNvPr id="12" name="Picture 11" descr="file_00000000b11c8211b0b08a003d7f2b1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535" y="1170432"/>
            <a:ext cx="959048" cy="2057400"/>
          </a:xfrm>
          <a:prstGeom prst="rect">
            <a:avLst/>
          </a:prstGeom>
        </p:spPr>
      </p:pic>
      <p:pic>
        <p:nvPicPr>
          <p:cNvPr id="13" name="Picture 12" descr="file_00000000223c8211936b296bd44ec2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815" y="3493008"/>
            <a:ext cx="959048" cy="2057400"/>
          </a:xfrm>
          <a:prstGeom prst="rect">
            <a:avLst/>
          </a:prstGeom>
        </p:spPr>
      </p:pic>
      <p:pic>
        <p:nvPicPr>
          <p:cNvPr id="14" name="Picture 13" descr="file_0000000008288211b8b4431df362a9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535" y="3493008"/>
            <a:ext cx="959048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6280" y="5669280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11F36"/>
                </a:solidFill>
              </a:defRPr>
            </a:pPr>
            <a:r>
              <a:t>Register • Login • Get Profile • Add Workout • Get Workouts • Get by 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 Display"/>
              </a:defRPr>
            </a:pPr>
            <a:r>
              <a:t>Workout Schema &amp;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CAA9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65392"/>
            <a:ext cx="10972800" cy="13716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</a:defRPr>
            </a:pPr>
            <a:r>
              <a:t>AI FitTrack • Personalized Fitness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703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297180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3291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Workout Validation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• Workout name is mandatory</a:t>
            </a:r>
            <a:br/>
            <a:r>
              <a:t>• Category is mandatory</a:t>
            </a:r>
            <a:br/>
            <a:r>
              <a:t>• Duration must be greater than zero</a:t>
            </a:r>
            <a:br/>
            <a:r>
              <a:t>• Calories burned must be ≥ 0</a:t>
            </a:r>
            <a:br/>
            <a:r>
              <a:t>• Workout date is required</a:t>
            </a:r>
            <a:br/>
            <a:r>
              <a:t>• Every workout belongs to one authenticated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43400"/>
            <a:ext cx="3703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73152" cy="150876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07992"/>
            <a:ext cx="3291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Workout Schema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3291839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• Schema validation</a:t>
            </a:r>
            <a:br/>
            <a:r>
              <a:t>• Automatic timestamps</a:t>
            </a:r>
            <a:br/>
            <a:r>
              <a:t>• User relationship</a:t>
            </a:r>
            <a:br/>
            <a:r>
              <a:t>• Easy search support</a:t>
            </a:r>
            <a:br/>
            <a:r>
              <a:t>• Efficient CRUD operations</a:t>
            </a:r>
          </a:p>
        </p:txBody>
      </p:sp>
      <p:pic>
        <p:nvPicPr>
          <p:cNvPr id="15" name="Picture 14" descr="file_0000000047f88211b5c2d34d0d7b74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106" y="1170432"/>
            <a:ext cx="2109906" cy="4526280"/>
          </a:xfrm>
          <a:prstGeom prst="rect">
            <a:avLst/>
          </a:prstGeom>
        </p:spPr>
      </p:pic>
      <p:pic>
        <p:nvPicPr>
          <p:cNvPr id="16" name="Picture 15" descr="file_000000003948821180e358ac1f0d23a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26" y="1170432"/>
            <a:ext cx="2109906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0" y="5760720"/>
            <a:ext cx="6720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32D3A"/>
                </a:solidFill>
              </a:defRPr>
            </a:pPr>
            <a:r>
              <a:t>Mongoose schema validation keeps workout data consistent and linked to the correct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AI Recommendations, Outcomes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4592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Gemini AI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User profile + workout statistics  →  Gemini AI  →  Personalized plan, weekly suggestions, training tips, safety guidance and fitness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1645920"/>
          </a:xfrm>
          <a:prstGeom prst="rect">
            <a:avLst/>
          </a:prstGeom>
          <a:solidFill>
            <a:srgbClr val="1CA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Secure authentication + reliable workout CRUD + search + AI guidance create a centralized fitness tracking backend that is modular, maintainable and scalable.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74720"/>
            <a:ext cx="73152" cy="1508760"/>
          </a:xfrm>
          <a:prstGeom prst="rect">
            <a:avLst/>
          </a:prstGeom>
          <a:solidFill>
            <a:srgbClr val="4A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4892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Nutrition tracking • BMI calculation • Wearable integration • Workout reminders • Analytics dashboard • Progress 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73152" cy="150876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6393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69080"/>
            <a:ext cx="4892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A"/>
                </a:solidFill>
                <a:latin typeface="Aptos"/>
              </a:defRPr>
            </a:pPr>
            <a:r>
              <a:t>AI FitTrack combines secure backend engineering with AI-assisted personalization to turn workout data into actionable fitness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1200">
                <a:solidFill>
                  <a:srgbClr val="4BCDD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